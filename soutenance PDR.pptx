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59" r:id="rId4"/>
    <p:sldId id="260" r:id="rId5"/>
    <p:sldId id="272" r:id="rId6"/>
    <p:sldId id="273" r:id="rId7"/>
    <p:sldId id="263" r:id="rId8"/>
    <p:sldId id="264" r:id="rId9"/>
    <p:sldId id="265" r:id="rId10"/>
    <p:sldId id="266" r:id="rId11"/>
    <p:sldId id="274" r:id="rId1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-802" y="-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0BCE4DF-6688-4906-B1DA-0F4062909E2E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25FFBDB-0540-4002-85FD-D710E7C219B3}" type="datetime1">
              <a:rPr lang="fr-FR" smtClean="0"/>
              <a:t>10/04/2026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76BEBB-0C92-44A7-B39F-FEA29DE83F2B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68E657-27E2-46F0-9166-2AFAAB85F337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1AB337-0402-49FA-90BD-7FA1E1934942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475C23-8ACE-4F87-BCB9-928BDA84D0BD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B9FC8A-7863-468B-98C9-CDCFCB1F4AB8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A10A13-7467-4A1A-9A01-32CB973BD3D2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921E38-BDEB-4789-89AF-7A1D737CB33A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41FB57B1-FE47-4BF8-A545-CE6BAB75ED00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308D53-3D1E-428E-9172-468AA06996EB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0FB351-860B-4644-9D66-8B5E745CB5B8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BA08D8-EC41-4116-9039-EC25A49F6AA8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CA56E90-4FCA-449B-9D56-026C573CA078}" type="datetime1">
              <a:rPr lang="fr-FR" smtClean="0"/>
              <a:t>10/04/2026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 fontScale="90000"/>
          </a:bodyPr>
          <a:lstStyle/>
          <a:p>
            <a:r>
              <a:rPr lang="fr-FR" dirty="0"/>
              <a:t>Localisation de robots mobiles en environnement intérieur : Fusion de données odométriques et trilatération BLE par filtre de </a:t>
            </a:r>
            <a:r>
              <a:rPr lang="fr-FR" dirty="0" err="1"/>
              <a:t>Kalman</a:t>
            </a:r>
            <a:endParaRPr lang="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r>
              <a:rPr lang="fr-FR" dirty="0"/>
              <a:t>DEROCHE Florent, DEFFAYET </a:t>
            </a:r>
            <a:r>
              <a:rPr lang="fr-FR" dirty="0" err="1"/>
              <a:t>Jolan</a:t>
            </a:r>
            <a:r>
              <a:rPr lang="fr-FR" dirty="0"/>
              <a:t>, GONCE </a:t>
            </a:r>
            <a:r>
              <a:rPr lang="fr-FR" dirty="0" err="1"/>
              <a:t>Loıs</a:t>
            </a:r>
            <a:r>
              <a:rPr lang="fr-FR" dirty="0"/>
              <a:t>, YANG </a:t>
            </a:r>
            <a:r>
              <a:rPr lang="fr-FR" dirty="0" err="1"/>
              <a:t>Kaiyue</a:t>
            </a:r>
            <a:endParaRPr lang="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Image 5" descr="Zoom sur un logo&#10;&#10;Description générée automatiquemen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2910DA-7DE4-2C85-D49E-4001F4A6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fr" dirty="0"/>
              <a:t>PLAN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9B5993-D9AA-E399-0B72-CB9735E83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560B2EF-EF63-A59A-F315-C2CB8973F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1468"/>
            <a:ext cx="11029615" cy="3634486"/>
          </a:xfrm>
        </p:spPr>
        <p:txBody>
          <a:bodyPr>
            <a:normAutofit/>
          </a:bodyPr>
          <a:lstStyle/>
          <a:p>
            <a:r>
              <a:rPr lang="fr-FR" sz="2400" dirty="0"/>
              <a:t>Introduction</a:t>
            </a:r>
          </a:p>
          <a:p>
            <a:r>
              <a:rPr lang="fr-FR" sz="2400" dirty="0"/>
              <a:t>Architecture du système &amp; méthodologie</a:t>
            </a:r>
          </a:p>
          <a:p>
            <a:r>
              <a:rPr lang="fr-FR" sz="2400" dirty="0"/>
              <a:t>Protocole expérimental</a:t>
            </a:r>
          </a:p>
          <a:p>
            <a:r>
              <a:rPr lang="fr-FR" sz="2400" dirty="0"/>
              <a:t>Résultats</a:t>
            </a:r>
          </a:p>
          <a:p>
            <a:r>
              <a:rPr lang="fr-FR" sz="2400" dirty="0"/>
              <a:t>Limites &amp; axes d’amélioration</a:t>
            </a:r>
          </a:p>
          <a:p>
            <a:r>
              <a:rPr lang="fr-FR" sz="2400" dirty="0"/>
              <a:t>Conclusion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AA5390F-21A9-EE32-2405-E1C355A3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9B1F-55A3-1D43-00BC-BD89DDF9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B52992-F24E-5652-8549-0A0A4CB6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dirty="0"/>
              <a:t>Introduction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173265-A330-0908-7827-A44582030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C4EB3D-D500-D474-EAB6-E548249F9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372" y="1408289"/>
            <a:ext cx="7117773" cy="4747555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752A6B5-702D-424A-135B-71B3585C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27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41FC-8A42-8E66-F459-19F3C6F5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0D5298-DBE8-8C13-52F5-8CA1563A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dirty="0"/>
              <a:t>Architecture du système et méthodologie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98D6A0-9400-E3D1-D80B-07CF78868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FECFEA5F-E10F-34B9-4499-64034B71CA25}"/>
              </a:ext>
            </a:extLst>
          </p:cNvPr>
          <p:cNvSpPr txBox="1">
            <a:spLocks/>
          </p:cNvSpPr>
          <p:nvPr/>
        </p:nvSpPr>
        <p:spPr>
          <a:xfrm>
            <a:off x="581192" y="1296516"/>
            <a:ext cx="11029616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" sz="2400" dirty="0"/>
              <a:t>Choix des technologies &amp; outils</a:t>
            </a:r>
          </a:p>
        </p:txBody>
      </p:sp>
      <p:sp>
        <p:nvSpPr>
          <p:cNvPr id="9" name="Espace réservé du contenu 6">
            <a:extLst>
              <a:ext uri="{FF2B5EF4-FFF2-40B4-BE49-F238E27FC236}">
                <a16:creationId xmlns:a16="http://schemas.microsoft.com/office/drawing/2014/main" id="{50E72077-957A-89EB-66EC-54BAB1B1D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576944"/>
            <a:ext cx="11029615" cy="2984539"/>
          </a:xfrm>
        </p:spPr>
        <p:txBody>
          <a:bodyPr>
            <a:normAutofit/>
          </a:bodyPr>
          <a:lstStyle/>
          <a:p>
            <a:r>
              <a:rPr lang="fr-FR" sz="2400" dirty="0"/>
              <a:t>BLE</a:t>
            </a:r>
          </a:p>
          <a:p>
            <a:r>
              <a:rPr lang="fr-FR" sz="2400" dirty="0"/>
              <a:t>ESP32</a:t>
            </a:r>
          </a:p>
          <a:p>
            <a:r>
              <a:rPr lang="fr-FR" sz="2400" dirty="0"/>
              <a:t>MQTT </a:t>
            </a:r>
            <a:r>
              <a:rPr lang="fr-FR" sz="2400" dirty="0" err="1"/>
              <a:t>Mosquitto</a:t>
            </a:r>
            <a:endParaRPr lang="fr-FR" sz="2400" dirty="0"/>
          </a:p>
          <a:p>
            <a:r>
              <a:rPr lang="fr-FR" sz="2400" dirty="0"/>
              <a:t>ROS2</a:t>
            </a:r>
          </a:p>
          <a:p>
            <a:r>
              <a:rPr lang="fr-FR" sz="2400" dirty="0"/>
              <a:t>Filtre de </a:t>
            </a:r>
            <a:r>
              <a:rPr lang="fr-FR" sz="2400" dirty="0" err="1"/>
              <a:t>Kalman</a:t>
            </a:r>
            <a:endParaRPr lang="fr-FR" sz="24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5EFD865-976D-9B1B-50F3-9B8C85E0C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471" y="2304490"/>
            <a:ext cx="3529445" cy="3529445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546D229-83C6-810A-5833-9544A7D5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5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B061-E65E-B1D8-7D4A-5936C057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12C7D2-63C7-AA4B-7565-930535D9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dirty="0"/>
              <a:t>Architecture du système et méthodologie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416FD8-EFA9-C283-1FB3-445EFBD3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E7664517-8BFB-77C1-642A-FC8130F33FE6}"/>
              </a:ext>
            </a:extLst>
          </p:cNvPr>
          <p:cNvSpPr txBox="1">
            <a:spLocks/>
          </p:cNvSpPr>
          <p:nvPr/>
        </p:nvSpPr>
        <p:spPr>
          <a:xfrm>
            <a:off x="581192" y="1296516"/>
            <a:ext cx="11029616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" sz="2400" dirty="0"/>
              <a:t>Architecture matérielle et logicielle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9EF9B4C-CE36-DB11-3865-BA7AB3033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9" y="2861485"/>
            <a:ext cx="11526982" cy="2081489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08DABC0-E11D-7D91-D397-5DF1ED38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4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6B329-FFB2-2E87-71AA-655BFCBB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5BA7C-3283-B7EC-C447-BA8DA307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dirty="0"/>
              <a:t>Architecture du système et méthodologie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11BA65-54B9-A21B-D099-9DF0E7BAC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6C64B07-1866-9B4A-6AAE-CEEDE0059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58" y="2527779"/>
            <a:ext cx="5548142" cy="90122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B140801-4897-B12A-CB6C-FBD0F11FC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672" y="2352004"/>
            <a:ext cx="4410691" cy="34009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D815EE8-2193-ED72-BE4A-D772333BE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556" y="3713001"/>
            <a:ext cx="3557636" cy="1324913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F946086B-4D20-6FD7-4AE6-B4B1152C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03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A86BE-139E-EB4F-9B0F-FFCED46D0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EB5586-0D89-DDF9-9C0B-FCA00D4A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dirty="0"/>
              <a:t>PROTOCOLE EXPERIMENTAL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4A87A8B-75AE-87EE-AD67-C8FBE215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7CB6E22-65B7-9767-0322-6976BA15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2DFD0C0-B39F-8F45-2B1A-8D699E492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219" y="1112678"/>
            <a:ext cx="3626038" cy="463264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DE4F37E-5ADE-3037-F429-DEBE097CB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33" y="2032117"/>
            <a:ext cx="4568149" cy="342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5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207F-8D64-CCDA-F86E-50F80892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E8AC1-EAF6-EB8D-4F8F-045540A2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dirty="0"/>
              <a:t>RéSULTATs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EEC4C0-5029-6D0E-91DE-C12B771A0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DDC58F-18D7-5969-AC47-58293D335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598" y="1134274"/>
            <a:ext cx="6373114" cy="95263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C0CEC9F-11C8-B368-75E0-4A703225B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21" y="2519025"/>
            <a:ext cx="6215831" cy="320470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435532A-15DE-228B-8A92-7C646AE29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145" y="3251374"/>
            <a:ext cx="3939127" cy="1301709"/>
          </a:xfrm>
          <a:prstGeom prst="rect">
            <a:avLst/>
          </a:prstGeom>
        </p:spPr>
      </p:pic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5B82EA24-29ED-EB43-C99A-B368C46A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6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0C012-E5C6-0BB4-23E3-0D7A1E78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A4463-71EF-C476-6DD0-01F11A06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694990"/>
            <a:ext cx="11029616" cy="1188720"/>
          </a:xfrm>
        </p:spPr>
        <p:txBody>
          <a:bodyPr rtlCol="0"/>
          <a:lstStyle/>
          <a:p>
            <a:pPr rtl="0"/>
            <a:r>
              <a:rPr lang="fr" dirty="0"/>
              <a:t>LIMITES &amp; Pistes d’amélioration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D6A721F-96C7-509F-C742-1CDF77BEE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D224D3-B09A-7208-85C6-70D195E1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AutoShape 2" descr="860+ Signe Pas De Signal Illustrations Stock Illustrations, graphiques ...">
            <a:extLst>
              <a:ext uri="{FF2B5EF4-FFF2-40B4-BE49-F238E27FC236}">
                <a16:creationId xmlns:a16="http://schemas.microsoft.com/office/drawing/2014/main" id="{149A0736-AA05-0B0D-96D7-75138080CF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87936" y="1147849"/>
            <a:ext cx="2202873" cy="220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Picture 2" descr="Wifi Signal Symbol Symbol Logo Vektor Illustration Stock Vektor Art und ...">
            <a:extLst>
              <a:ext uri="{FF2B5EF4-FFF2-40B4-BE49-F238E27FC236}">
                <a16:creationId xmlns:a16="http://schemas.microsoft.com/office/drawing/2014/main" id="{F9A1869F-9C9A-8E95-13F1-540813715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3917" y="2009775"/>
            <a:ext cx="46863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'est-ce qu’un réseau neuronal ? – Les réseaux neuronaux artificiels ...">
            <a:extLst>
              <a:ext uri="{FF2B5EF4-FFF2-40B4-BE49-F238E27FC236}">
                <a16:creationId xmlns:a16="http://schemas.microsoft.com/office/drawing/2014/main" id="{39C77946-CF90-F00A-000E-89B0EA0E8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383" y="2009775"/>
            <a:ext cx="76200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120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D139-82E7-52F1-20DC-93B7B98FC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4C1CA7-BD26-F553-8D71-FF89502F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240280"/>
            <a:ext cx="11029616" cy="1188720"/>
          </a:xfrm>
        </p:spPr>
        <p:txBody>
          <a:bodyPr rtlCol="0"/>
          <a:lstStyle/>
          <a:p>
            <a:pPr algn="ctr" rtl="0"/>
            <a:r>
              <a:rPr lang="fr" sz="6000" dirty="0"/>
              <a:t>CONCLUSION</a:t>
            </a:r>
            <a:endParaRPr lang="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9C2043-EFC4-683E-2308-B3EC3D4DE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9EBFB4B-CA96-2497-07A9-A9477BB4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8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4C93B-9A93-F8FF-6B2E-B7732121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5994C-A80B-C35E-D8E1-8D33A092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240280"/>
            <a:ext cx="11029616" cy="1188720"/>
          </a:xfrm>
        </p:spPr>
        <p:txBody>
          <a:bodyPr rtlCol="0"/>
          <a:lstStyle/>
          <a:p>
            <a:pPr algn="ctr" rtl="0"/>
            <a:r>
              <a:rPr lang="fr" sz="6000" dirty="0"/>
              <a:t>MERCI</a:t>
            </a:r>
            <a:endParaRPr lang="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2BD7C9-B0B6-6CEB-F3B4-76BFC6CE6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30" y="5913582"/>
            <a:ext cx="2002544" cy="77858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D9E0E2-5A80-36F0-0179-2E80F568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04248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3_TF33552983" id="{8919647C-0055-458C-B827-A2A950DB19BD}" vid="{05B00E4D-3D0B-4DF2-A663-65D33D9625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{E728946C-4A6B-4403-B60C-DC8DB20343A7}TF201209c3-d067-44f9-a26f-c8f216c44313bd85a48a_win32-aaf37d2e3a1e</Template>
  <TotalTime>145</TotalTime>
  <Words>98</Words>
  <Application>Microsoft Office PowerPoint</Application>
  <PresentationFormat>Grand écran</PresentationFormat>
  <Paragraphs>36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Calibri</vt:lpstr>
      <vt:lpstr>Franklin Gothic Book</vt:lpstr>
      <vt:lpstr>Franklin Gothic Demi</vt:lpstr>
      <vt:lpstr>Wingdings 2</vt:lpstr>
      <vt:lpstr>DividendVTI</vt:lpstr>
      <vt:lpstr>Localisation de robots mobiles en environnement intérieur : Fusion de données odométriques et trilatération BLE par filtre de Kalman</vt:lpstr>
      <vt:lpstr>PLAN</vt:lpstr>
      <vt:lpstr>Introduction</vt:lpstr>
      <vt:lpstr>Architecture du système et méthodologie</vt:lpstr>
      <vt:lpstr>Architecture du système et méthodologie</vt:lpstr>
      <vt:lpstr>Architecture du système et méthodologie</vt:lpstr>
      <vt:lpstr>PROTOCOLE EXPERIMENTAL</vt:lpstr>
      <vt:lpstr>RéSULTATs</vt:lpstr>
      <vt:lpstr>LIMITES &amp; Pistes d’amélioration</vt:lpstr>
      <vt:lpstr>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 Deroche</dc:creator>
  <cp:lastModifiedBy>Florent Deroche</cp:lastModifiedBy>
  <cp:revision>9</cp:revision>
  <dcterms:created xsi:type="dcterms:W3CDTF">2026-04-08T16:05:04Z</dcterms:created>
  <dcterms:modified xsi:type="dcterms:W3CDTF">2026-04-10T11:28:12Z</dcterms:modified>
</cp:coreProperties>
</file>